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SGRDMS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C3C7"/>
                </a:solidFill>
              </a:defRPr>
            </a:pPr>
            <a:r>
              <a:t>Système de Gestion des Rendez-vous et</a:t>
            </a:r>
          </a:p>
          <a:p>
            <a:r>
              <a:t>Dossiers Médicaux Spécialisés</a:t>
            </a:r>
          </a:p>
          <a:p/>
          <a:p>
            <a:r>
              <a:t>Présenté par : Groupe SGRDMS</a:t>
            </a:r>
          </a:p>
          <a:p>
            <a:r>
              <a:t>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Modernisation de la gestion hospitalière.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Automatisation du suivi des patients et dossiers.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Optimisation du flux de travail médical.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Sécurisation des données sensibles.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Accessibilité accrue via la téléconsultation.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Dictionnaire de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PATIENT : Informations civiles, contact, antécédents, assurance.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MEDECIN : Spécialité, service, planning de disponibilité.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CONSULTATION : Diagnostic, constantes vitales, observations.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ORDONNANCE : Liste de médicaments, posologie, validité.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UTILISATEUR : Identifiants sécurisés et rôles (RBAC).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Modèle Conceptuel (MCD)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Entités : Patient, Médecin, Service, Consultation, Pharmacie.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Relations :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  - Patient (1,N) -- Effectuer -- (1,1) RDV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  - RDV (1,1) -- Aboutir -- (0,1) Consultation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  - Consultation (1,1) -- Prescrire -- (0,N) Ordonnance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  - Médicament (1,N) -- Composer -- (1,N) Ordonnance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Modèle Logique (MLD)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Conversion en tables relationnelles :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• Utilisateurs (id, login, password_hash, role)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• Patients (id, nom, prenom, #assurance_id)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• Medecins (id, nom, prenom, #service_id)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• RendezVous (id, date, heure, #patient_id, #medecin_id)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• LigneOrdonnance (id, #ord_id, #med_id, quantite)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Backend : Python 3.12 &amp; Flask (Framework léger).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Frontend : HTML5 / CSS3 / JavaScript (Bootstrap 5).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Base de données : SQLAlchemy (ORM) &amp; SQLite/PostgreSQL.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Sécurité : Flask-Login &amp; Bcrypt pour le hachage.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Environnement : Isolation via Virtualenv.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Gestion des Rôles (RBAC)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Administrateur : Contrôle total du système et des logs.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Médecin : Accès aux dossiers médicaux et prescriptions.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Pharmacien : Gestion du stock et validation des ordonnances.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Réceptionniste : Gestion des flux physiques et RDV.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Patient : Consultation de son propre historique.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Innovation &amp; Atouts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Module de Téléconsultation (Visio &amp; Chat).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Gestion intelligente des stocks (Alertes de péremption).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Vérification automatique des interactions médicamenteuses.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File d'attente en temps réel pour la réception.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Interface responsive adaptée aux tablettes et mobiles.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Interface Utilisateur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Tableaux de bord intuitifs par rôle.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Formulaires de saisie rapide pour les médecins.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Visualisation graphique des statistiques d'activité.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Notifications automatiques pour les rappels de RDV.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Recherche multicritères (Patient, Date, Médicament).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Solution intégrée, robuste et évolutive.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Amélioration significative de la qualité des soins.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Réduction des temps d'attente et erreurs de saisie.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Prêt pour un déploiement en milieu clinique.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Perspectives : IA pour l'aide au diagnostic.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